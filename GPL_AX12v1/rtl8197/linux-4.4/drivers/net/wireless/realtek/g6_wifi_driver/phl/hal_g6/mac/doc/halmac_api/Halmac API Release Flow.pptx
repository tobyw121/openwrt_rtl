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397" r:id="rId3"/>
    <p:sldId id="399" r:id="rId4"/>
    <p:sldId id="400" r:id="rId5"/>
    <p:sldId id="401" r:id="rId6"/>
    <p:sldId id="398" r:id="rId7"/>
    <p:sldId id="402" r:id="rId8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9900"/>
    <a:srgbClr val="FF9900"/>
    <a:srgbClr val="99CC00"/>
    <a:srgbClr val="008000"/>
    <a:srgbClr val="FFCC99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8494" autoAdjust="0"/>
  </p:normalViewPr>
  <p:slideViewPr>
    <p:cSldViewPr>
      <p:cViewPr varScale="1">
        <p:scale>
          <a:sx n="89" d="100"/>
          <a:sy n="89" d="100"/>
        </p:scale>
        <p:origin x="1267" y="53"/>
      </p:cViewPr>
      <p:guideLst>
        <p:guide orient="horz" pos="2160"/>
        <p:guide pos="2880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AF31A619-C647-40EE-9CF2-F30F52969442}" type="datetimeFigureOut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F4C7A367-5074-4AC6-B575-5699B176E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054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293" y="0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17FCAF56-DA37-4FE2-A5C7-7589D849C00D}" type="datetimeFigureOut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821"/>
            <a:ext cx="5445760" cy="447238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465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293" y="9440465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90673C58-2576-47A5-8A09-76E45EA5C2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77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4A266-3723-4804-AE5E-B4F1483663B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01A07-B109-4B77-A4E0-09428898BEC7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96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95909-23E7-4B9A-8B2A-276DEE8F7C8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1FB8-6F8E-4967-9BFF-9D687854EAEC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87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9FF3F-5283-4850-BB9D-FA85E905465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C4E42-D7F6-4FF8-AA89-216BF1C86293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1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71550" y="981075"/>
            <a:ext cx="3884613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08563" y="981075"/>
            <a:ext cx="3884612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1148E-AB1B-4D23-A6F0-EF1645C945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9FD07-29A0-4324-BAD3-5B992F5BDA63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97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4DFBB-7A55-4FE0-A5DF-70AD758ECCF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44602-CB3D-41B0-833A-E79DD9BC1067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1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BDC88-9B22-4A1C-8C1A-F41DBE44EF1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3EFE2-CD3B-4B20-B301-343ABF5BA675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19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69F40-0888-4F2A-A624-792C853E5C7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9D69D-C814-4249-BC23-F04D21B1BB43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6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E4A0A-B2D7-4E48-BCA7-E02FD909F64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CC1B9-EBF5-4EA4-973D-5A963C2EC0B2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46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A5670-C82C-48B0-A8E2-26A66BF0C09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4154-3CA0-4C9B-8F49-62EECEED64A0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05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76DB2-5482-4C40-9C42-15D75BE0B70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0ECFA-4611-4AD3-B77C-F0A18AC342B3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25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907213" y="188913"/>
            <a:ext cx="1985962" cy="554513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49325" y="188913"/>
            <a:ext cx="5805488" cy="554513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9BB1A-677D-4819-A532-3E748EA595D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22898-EDD1-4373-9319-37343F73154A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60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0" y="6427788"/>
            <a:ext cx="8382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 b="1" smtClean="0">
                <a:solidFill>
                  <a:schemeClr val="bg1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fld id="{2125A2A3-3386-4762-8E7F-53C303B757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57313" y="6453188"/>
            <a:ext cx="2809875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mtClean="0">
                <a:solidFill>
                  <a:schemeClr val="bg1"/>
                </a:solidFill>
                <a:latin typeface="+mn-lt"/>
                <a:ea typeface="新細明體" pitchFamily="18" charset="-120"/>
                <a:cs typeface="Arial" pitchFamily="34" charset="0"/>
              </a:defRPr>
            </a:lvl1pPr>
          </a:lstStyle>
          <a:p>
            <a:pPr>
              <a:defRPr/>
            </a:pPr>
            <a:fld id="{CACBBDE8-9449-4D2B-B471-3E61EC1942D2}" type="datetime1">
              <a:rPr lang="zh-TW" altLang="en-US" smtClean="0"/>
              <a:t>2019/6/17</a:t>
            </a:fld>
            <a:endParaRPr lang="zh-TW" alt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36700" y="6297613"/>
            <a:ext cx="19939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1">
                <a:solidFill>
                  <a:schemeClr val="bg1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1550" y="981075"/>
            <a:ext cx="79216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3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949325" y="188913"/>
            <a:ext cx="7943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CC00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CC00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投影片編號版面配置區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-</a:t>
            </a:r>
            <a:fld id="{7C907533-8BD8-4974-849E-A921CC5F2B76}" type="slidenum"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1</a:t>
            </a:fld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-</a:t>
            </a:r>
          </a:p>
        </p:txBody>
      </p:sp>
      <p:sp>
        <p:nvSpPr>
          <p:cNvPr id="2051" name="日期版面配置區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kumimoji="0" lang="en-US" altLang="en-US" sz="1000" smtClean="0">
                <a:solidFill>
                  <a:schemeClr val="tx1"/>
                </a:solidFill>
                <a:latin typeface="Arial" pitchFamily="34" charset="0"/>
                <a:ea typeface="Osaka"/>
              </a:rPr>
              <a:t>Copyright </a:t>
            </a:r>
            <a:r>
              <a:rPr kumimoji="0" lang="en-US" altLang="en-US" sz="1000" b="0" smtClean="0">
                <a:solidFill>
                  <a:schemeClr val="tx1"/>
                </a:solidFill>
                <a:latin typeface="Times" pitchFamily="18" charset="0"/>
                <a:ea typeface="Osaka"/>
              </a:rPr>
              <a:t>©</a:t>
            </a:r>
            <a:r>
              <a:rPr kumimoji="0" lang="en-US" altLang="en-US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 200</a:t>
            </a:r>
            <a:r>
              <a:rPr kumimoji="0" lang="en-US" altLang="zh-TW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7</a:t>
            </a:r>
            <a:r>
              <a:rPr kumimoji="0" lang="en-US" altLang="en-US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 Realtek Semiconductor Corp.</a:t>
            </a:r>
            <a:endParaRPr kumimoji="0" lang="en-US" altLang="zh-TW" sz="1000" b="0" smtClean="0">
              <a:solidFill>
                <a:schemeClr val="tx1"/>
              </a:solidFill>
              <a:latin typeface="Arial" pitchFamily="34" charset="0"/>
              <a:ea typeface="Osaka"/>
            </a:endParaRPr>
          </a:p>
        </p:txBody>
      </p:sp>
      <p:sp>
        <p:nvSpPr>
          <p:cNvPr id="2052" name="頁尾版面配置區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www</a:t>
            </a:r>
            <a:r>
              <a:rPr lang="en-US" altLang="zh-TW" sz="1400" b="0" smtClean="0">
                <a:solidFill>
                  <a:schemeClr val="tx1"/>
                </a:solidFill>
                <a:latin typeface="Arial" pitchFamily="34" charset="0"/>
              </a:rPr>
              <a:t>.</a:t>
            </a:r>
            <a:r>
              <a:rPr lang="en-US" altLang="zh-TW" sz="1400" smtClean="0">
                <a:solidFill>
                  <a:schemeClr val="tx1"/>
                </a:solidFill>
                <a:latin typeface="Arial" pitchFamily="34" charset="0"/>
              </a:rPr>
              <a:t>realtek</a:t>
            </a:r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.com.tw</a:t>
            </a:r>
            <a:endParaRPr lang="en-US" altLang="zh-TW" sz="1200" b="0" smtClean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2141984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TW" sz="3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8852A HALMAC Release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92624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kkbomb</a:t>
            </a:r>
            <a:endParaRPr lang="en-US" altLang="zh-TW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34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Release Branch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Version name V2_01_xx patch xx</a:t>
            </a:r>
          </a:p>
          <a:p>
            <a:r>
              <a:rPr lang="en-US" altLang="zh-TW" dirty="0" smtClean="0"/>
              <a:t>V2 =&gt;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11AX</a:t>
            </a:r>
          </a:p>
          <a:p>
            <a:r>
              <a:rPr lang="en-US" altLang="zh-TW" dirty="0" smtClean="0"/>
              <a:t>01</a:t>
            </a:r>
            <a:r>
              <a:rPr lang="zh-TW" altLang="en-US" dirty="0" smtClean="0"/>
              <a:t> </a:t>
            </a:r>
            <a:r>
              <a:rPr lang="en-US" altLang="zh-TW" dirty="0" smtClean="0"/>
              <a:t>=&gt;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when new IC enter</a:t>
            </a:r>
          </a:p>
          <a:p>
            <a:r>
              <a:rPr lang="en-US" altLang="zh-TW" dirty="0" smtClean="0"/>
              <a:t>_xx =&gt; Feature or major change</a:t>
            </a:r>
          </a:p>
          <a:p>
            <a:r>
              <a:rPr lang="en-US" altLang="zh-TW" dirty="0" smtClean="0"/>
              <a:t>Patch xx =&gt; one bug fixed &amp; one patch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Release branch from master.</a:t>
            </a:r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0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Release Branch 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1340768"/>
            <a:ext cx="5832648" cy="45085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72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Release Branch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537" y="1174750"/>
            <a:ext cx="5432926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7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Release Branch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915987"/>
            <a:ext cx="4379344" cy="55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Release Note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Before release, </a:t>
            </a:r>
            <a:r>
              <a:rPr lang="en-US" altLang="zh-TW" dirty="0" smtClean="0"/>
              <a:t>clean errors in Check-build servers</a:t>
            </a:r>
            <a:endParaRPr lang="en-US" altLang="zh-TW" dirty="0"/>
          </a:p>
          <a:p>
            <a:r>
              <a:rPr lang="en-US" altLang="zh-TW" dirty="0" smtClean="0"/>
              <a:t>QC </a:t>
            </a:r>
            <a:r>
              <a:rPr lang="en-US" altLang="zh-TW" dirty="0" smtClean="0"/>
              <a:t>before release</a:t>
            </a:r>
          </a:p>
          <a:p>
            <a:r>
              <a:rPr lang="en-US" altLang="zh-TW" dirty="0" smtClean="0"/>
              <a:t>Edit </a:t>
            </a:r>
            <a:r>
              <a:rPr lang="en-US" altLang="zh-TW" dirty="0"/>
              <a:t>doc/halmac_release_note.txt </a:t>
            </a:r>
            <a:r>
              <a:rPr lang="en-US" altLang="zh-TW" dirty="0" smtClean="0"/>
              <a:t>when bug fixed or</a:t>
            </a:r>
            <a:endParaRPr lang="en-US" altLang="zh-TW" dirty="0"/>
          </a:p>
          <a:p>
            <a:r>
              <a:rPr lang="en-US" altLang="zh-TW" dirty="0" smtClean="0"/>
              <a:t>All </a:t>
            </a:r>
            <a:r>
              <a:rPr lang="en-US" altLang="zh-TW" dirty="0"/>
              <a:t>Xxx.cpp files are changed to </a:t>
            </a:r>
            <a:r>
              <a:rPr lang="en-US" altLang="zh-TW" dirty="0" err="1"/>
              <a:t>xxx.c</a:t>
            </a: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86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Formal Release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Wiki Record branch name &amp;version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65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佈景主題1">
  <a:themeElements>
    <a:clrScheme name="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Calibri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83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scene3d>
          <a:camera prst="legacyObliqueTopRight"/>
          <a:lightRig rig="legacyFlat3" dir="b"/>
        </a:scene3d>
        <a:sp3d extrusionH="277800" prstMaterial="legacyMatte">
          <a:bevelT w="13500" h="13500" prst="angle"/>
          <a:bevelB w="13500" h="13500" prst="angle"/>
          <a:extrusionClr>
            <a:schemeClr val="accent2"/>
          </a:extrusionClr>
        </a:sp3d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83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scene3d>
          <a:camera prst="legacyObliqueTopRight"/>
          <a:lightRig rig="legacyFlat3" dir="b"/>
        </a:scene3d>
        <a:sp3d extrusionH="277800" prstMaterial="legacyMatte">
          <a:bevelT w="13500" h="13500" prst="angle"/>
          <a:bevelB w="13500" h="13500" prst="angle"/>
          <a:extrusionClr>
            <a:schemeClr val="accent2"/>
          </a:extrusionClr>
        </a:sp3d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108375</TotalTime>
  <Words>97</Words>
  <Application>Microsoft Office PowerPoint</Application>
  <PresentationFormat>如螢幕大小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Osaka</vt:lpstr>
      <vt:lpstr>新細明體</vt:lpstr>
      <vt:lpstr>Arial</vt:lpstr>
      <vt:lpstr>Calibri</vt:lpstr>
      <vt:lpstr>Times</vt:lpstr>
      <vt:lpstr>Times New Roman</vt:lpstr>
      <vt:lpstr>佈景主題1</vt:lpstr>
      <vt:lpstr>8852A HALMAC Release</vt:lpstr>
      <vt:lpstr>Release Branch </vt:lpstr>
      <vt:lpstr>Release Branch </vt:lpstr>
      <vt:lpstr>Release Branch </vt:lpstr>
      <vt:lpstr>Release Branch </vt:lpstr>
      <vt:lpstr>Release Note</vt:lpstr>
      <vt:lpstr>Formal Release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WMAC TX intro</dc:title>
  <dc:creator>Monson_Chiang</dc:creator>
  <cp:lastModifiedBy>吳政軒</cp:lastModifiedBy>
  <cp:revision>1086</cp:revision>
  <cp:lastPrinted>2015-10-01T02:42:27Z</cp:lastPrinted>
  <dcterms:created xsi:type="dcterms:W3CDTF">2015-01-08T06:09:06Z</dcterms:created>
  <dcterms:modified xsi:type="dcterms:W3CDTF">2019-06-17T12:46:30Z</dcterms:modified>
</cp:coreProperties>
</file>